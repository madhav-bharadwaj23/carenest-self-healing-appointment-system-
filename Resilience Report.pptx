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061" autoAdjust="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E758-4F7F-126D-D4BA-A2EA5818C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A67A9D-5A1E-8CA2-4576-70A387440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51086-AF3C-1F72-FBAB-56A36F0D1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672D-A0FF-4EE6-98E7-7C7944BC2DE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3749B-7F81-146E-F22B-BCDC34372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B96C0-EADC-3B2F-8DCA-FA8D0BF6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B093-A09E-4284-B6E4-7CEFB932B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045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F4AD-F430-54B8-6BD9-645F1FCCD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29656-DCD4-2FD7-E0A2-3F3323BAE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9455B-F362-92E6-4B36-1D8839285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672D-A0FF-4EE6-98E7-7C7944BC2DE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9581E-2D77-D6D4-DBEE-11BEDD99F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BC02-8871-051B-762A-EB0963481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B093-A09E-4284-B6E4-7CEFB932B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79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F3872-7E16-3C34-42E0-9E86EE9AE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8FFBE-CDAD-B8C5-A42A-2992E984C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FE723-B785-C0E6-E276-50F3CF26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672D-A0FF-4EE6-98E7-7C7944BC2DE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808C3-A3E2-4B28-2090-7C6010FBD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E6D36-8E53-171E-6DB1-436516F07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B093-A09E-4284-B6E4-7CEFB932B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34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7289E-0FCE-52AB-BD48-9F3516158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F939F-598B-378E-AA20-EF947CE552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A8DEF-FA9F-7FFC-9D29-4030FE9A08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C1E80-7E87-57B9-6870-87B9BB12D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672D-A0FF-4EE6-98E7-7C7944BC2DE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13C03-326C-041D-0862-876C34A21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E70C94-6214-075E-09C9-4E58297C7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B093-A09E-4284-B6E4-7CEFB932B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2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5127-DB05-83CC-F59D-0576E8E0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1A90A-2C37-DC3F-7267-A11D52261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EA07CC-7134-1B65-1F4E-7F7DE50B2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68CE7A-C65D-5FBD-04EF-F8BDA44D1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1F630E-5373-2831-5811-BA068AADDB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1C541F-89BE-582E-27C6-AC8CEC9E7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672D-A0FF-4EE6-98E7-7C7944BC2DE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A5565D-0BC7-05D5-E4A5-8A98CD8E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A2D867-E2E2-5278-CEA4-3424EE63C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B093-A09E-4284-B6E4-7CEFB932B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800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34B06-880D-56D2-0723-9EDE11893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3B39CE-C8CC-E1D3-CCBE-BBB962ED8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672D-A0FF-4EE6-98E7-7C7944BC2DE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C73CF-0F0F-D754-F3E4-2787EF8A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45D87E-6BD5-8C30-83EB-CD8741D9A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B093-A09E-4284-B6E4-7CEFB932B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6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676174-5E8F-777B-D0FA-F2965C620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672D-A0FF-4EE6-98E7-7C7944BC2DE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AF3E0-EADD-2BE7-67A4-83D92FBE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0D374-F771-7E83-A360-C9D6D5B2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B093-A09E-4284-B6E4-7CEFB932B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6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CA58E-8017-7350-CFB0-4EA25B0E4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D5C6E-AFAB-13B2-87E2-2BF41023E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F59F0-8BDD-301D-4EC6-6BFF70AE8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445EE-167E-74B3-EA60-E63F37797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672D-A0FF-4EE6-98E7-7C7944BC2DE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7E9A3-E07C-BA3B-B5D7-7392DB286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CBF25-BC66-4750-349F-E582DA469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B093-A09E-4284-B6E4-7CEFB932B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83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CF00-3513-F09E-CCAE-8F171303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787DC2-7C11-6A85-3B2F-10E99C81C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9FA95-5955-1C67-7190-BC48156A7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A89EA-C40D-DECC-65C3-0B9FD18BB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672D-A0FF-4EE6-98E7-7C7944BC2DE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67667-5CD1-41AE-11A9-4D95C7508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9B81E-4305-F69B-DFF4-7138728EE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B093-A09E-4284-B6E4-7CEFB932B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15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A7711-B5B3-FE11-85EA-02B8FEF35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D6F68-7AC7-AAD1-16E8-47C4EAC64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30778-34D8-4B8B-F07D-B492FD645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672D-A0FF-4EE6-98E7-7C7944BC2DE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63AC3-B179-1559-4D49-38769F480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3BB3E-493F-37EE-829C-57EBCD19D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B093-A09E-4284-B6E4-7CEFB932B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642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C1DDC-C67B-96B5-6554-0122363E7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373DDF-3E5A-97AA-D674-4D2AD9782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8276F-36DB-19EA-A65A-91AC78D9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1672D-A0FF-4EE6-98E7-7C7944BC2DE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B5771-8FF2-376B-6A59-F58CF870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CB116-4823-6537-9414-2D7031846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1B093-A09E-4284-B6E4-7CEFB932B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0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FA6C61-C7F5-8467-A470-2F7043824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E658D-FBA7-6B7D-FB9E-92441E0CF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8DBC2-D687-66C5-2809-F0F7892C33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1672D-A0FF-4EE6-98E7-7C7944BC2DE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3120D-3EF2-2DDF-27D8-030C97216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D237C-CBCB-BDE7-E8F4-D0C8EE73D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1B093-A09E-4284-B6E4-7CEFB932B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8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0115A9-9B9B-8D7F-91CE-401C1E39B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096000" cy="3141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E48EC9-6C31-A59C-3471-CC820EA98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-1"/>
            <a:ext cx="6096000" cy="31414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CDB197-7A69-8B86-20CE-A746542F0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141406"/>
            <a:ext cx="4513007" cy="37165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A05BB4-4446-78B9-7F79-3BBADD6EF8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516" y="3141404"/>
            <a:ext cx="4689987" cy="37165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8CA3E2-6510-F3EF-23EF-089D181CE5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523" y="3141401"/>
            <a:ext cx="3254477" cy="3716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90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42E70A-FB57-8747-34C0-CA9591458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620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882CF9-D9C7-4DE0-3396-2AB874BF9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239" y="0"/>
            <a:ext cx="122952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829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7C3B04-BADB-190C-DAD9-597CCE184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965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radhikagahlot25@gmail.com</dc:creator>
  <cp:lastModifiedBy>radhikagahlot25@gmail.com</cp:lastModifiedBy>
  <cp:revision>1</cp:revision>
  <dcterms:created xsi:type="dcterms:W3CDTF">2026-10-27T05:13:27Z</dcterms:created>
  <dcterms:modified xsi:type="dcterms:W3CDTF">2026-10-27T05:13:27Z</dcterms:modified>
</cp:coreProperties>
</file>